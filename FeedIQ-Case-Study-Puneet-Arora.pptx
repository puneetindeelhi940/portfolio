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PRODUCT CASE STUDY  | 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F0EC"/>
                </a:solidFill>
                <a:latin typeface="Segoe UI"/>
              </a:defRPr>
            </a:pPr>
            <a:r>
              <a:t>FeedIQ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C978"/>
                </a:solidFill>
                <a:latin typeface="Segoe UI"/>
              </a:defRPr>
            </a:pPr>
            <a:r>
              <a:t>AI-Powered Feed Intelligence</a:t>
            </a:r>
            <a:br/>
            <a:r>
              <a:t>for Cargill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9C"/>
                </a:solidFill>
                <a:latin typeface="Segoe UI"/>
              </a:defRPr>
            </a:pPr>
            <a:r>
              <a:t>Transforming 390,000 annual mycotoxin analyses into real-time risk scores</a:t>
            </a:r>
            <a:br/>
            <a:r>
              <a:t>and AI-optimized feed formulations — a product concept addressing Cargill's</a:t>
            </a:r>
            <a:br/>
            <a:r>
              <a:t>most pressing data-to-action gap.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Consolas"/>
              </a:defRPr>
            </a:pPr>
            <a:r>
              <a:t>PUNEET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Principal Product Designer  &amp;  AI Design Leader  |  20 years  |  Dell · Boeing · Software AG · HP R&amp;D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FRAMEWORK: DOUBLE DIAMOND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897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Discover → Define → Develop →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The 60-second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FeedIQ is an AI-powered platform that transforms Cargill's mycotoxin testing data into an interactive risk dashboard and generates optimized, safety-aware feed formulations through a natural language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889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Cargill analyzes 389,926 feed samples/year across 41 countries — but the insights die in static PDF reports. 71% of samples are contaminated, 46% of labs are short-staffed, and 8,000 employees (with formulation expertise) are departing. The gap between data and action costs producers billions.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Conversational AI (LLM) + constraint optimization + real-time mycotoxin data overlay. Users describe needs in plain language; FeedIQ generates cost-optimized formulations with built-in contamination risk scoring per ingredient and sourcing region.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6177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Phase 1 (0-3 months): Interactive prototype with 4 species scenarios. Phase 2 (3-9 months): Live API integration with Cargill's mycotoxin database. Phase 3 (9-18 months): Production deployment across Cargill's animal nutrition business.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DESIGN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Double Diamond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Structured divergent-convergent thinking applied to Cargill's feed intelligence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3840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DIAMOND 1: PROBLEM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26080"/>
            <a:ext cx="219456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Divergent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Cargill business analysis</a:t>
            </a:r>
            <a:br/>
            <a:r>
              <a:t>• Industry landscape (ABCD)</a:t>
            </a:r>
            <a:br/>
            <a:r>
              <a:t>• Stakeholder pain points</a:t>
            </a:r>
            <a:br/>
            <a:r>
              <a:t>• Mycotoxin data deep dive</a:t>
            </a:r>
            <a:br/>
            <a:r>
              <a:t>• Competitor AI initiatives</a:t>
            </a:r>
            <a:br/>
            <a:r>
              <a:t>• Feed formulation 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926080"/>
            <a:ext cx="219456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Convergent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Problem statement</a:t>
            </a:r>
            <a:br/>
            <a:r>
              <a:t>• Key insight articulation</a:t>
            </a:r>
            <a:br/>
            <a:r>
              <a:t>• Opportunity sizing</a:t>
            </a:r>
            <a:br/>
            <a:r>
              <a:t>• Competitive gap map</a:t>
            </a:r>
            <a:br/>
            <a:r>
              <a:t>• Target user definition</a:t>
            </a:r>
            <a:br/>
            <a:r>
              <a:t>• Success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377440"/>
            <a:ext cx="5303520" cy="3840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A0FF"/>
                </a:solidFill>
                <a:latin typeface="Consolas"/>
              </a:defRPr>
            </a:pPr>
            <a:r>
              <a:t>DIAMOND 2: SOLUTION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26080"/>
            <a:ext cx="233172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Divergent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Solution ideation (10 ideas)</a:t>
            </a:r>
            <a:br/>
            <a:r>
              <a:t>• Feature prioritization</a:t>
            </a:r>
            <a:br/>
            <a:r>
              <a:t>• AI interaction patterns</a:t>
            </a:r>
            <a:br/>
            <a:r>
              <a:t>• Dashboard design</a:t>
            </a:r>
            <a:br/>
            <a:r>
              <a:t>• Risk-aware formulation</a:t>
            </a:r>
            <a:br/>
            <a:r>
              <a:t>• UX principles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926080"/>
            <a:ext cx="233172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Convergent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56616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Working prototype</a:t>
            </a:r>
            <a:br/>
            <a:r>
              <a:t>• 4 scenario demos</a:t>
            </a:r>
            <a:br/>
            <a:r>
              <a:t>• Metrics framework</a:t>
            </a:r>
            <a:br/>
            <a:r>
              <a:t>• Roadmap (3 phases)</a:t>
            </a:r>
            <a:br/>
            <a:r>
              <a:t>• Benchmark validation</a:t>
            </a:r>
            <a:br/>
            <a:r>
              <a:t>• Presentation &amp;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Designed by Puneet Arora  |  Applied to Cargill's Animal Nutrition &amp; Feed Intelligence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CARGILL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 at a glance: the world's</a:t>
            </a:r>
            <a:br/>
            <a:r>
              <a:t>largest private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$154B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REVENUE (FY2025)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160,000+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70+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COUNTRIES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TESTING COUNTRIES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PRIVATE COMPANY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Agricultural 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Grain, oilseeds, palm oil, cotton — ABCD dominance (50-60% of global trade)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Animal Nutrition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 production, precision nutrition tools (Galleon, CNS, CattleView)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Food Ingredients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Starches, sweeteners, oils, cocoa — ingredients for global food brands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Protein &amp; Meat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Beef, poultry, egg processing — one of the world's largest processors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Industrial &amp; Energy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Biofuels, biodiesel (1.5B liters/year in Brazil), commodity hedging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Logistics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Ocean freight, barge transport, port operations (30x ROI on Port Optimizer)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BUSINESS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 is facing its toughest</a:t>
            </a:r>
            <a:br/>
            <a:r>
              <a:t>period in decades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FINANCIAL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Revenue down to $154B (lowest since 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&lt; 1/3 of businesses met earnings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5 units consolidated to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8,000 jobs cut (5% of workforce)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SUPPLY CHAIN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EUDR compliance deadline Dec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Sued by ClientEarth for due diligence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20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66% of emissions from land-use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GPS polygon mapping at scale unfinished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FOOD SAFETY &amp;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71% of feed samples contaminated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175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47% have 3+ simultaneous toxins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290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34% exceed performance risk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Feed recall (Nutrena aflatoxin, 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KNOWLEDGE &amp; 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8,000 departing = institutional knowledge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1089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46% of labs report staff shortages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520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Fragmented AI tools (no unified platform)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Small farmers lack tech literacy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Cargill FY2025 results, Impact Report 2025, ClientEarth filings, Global Mycotoxin Report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DEEP DIVE: MYCOTOXIN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The silent crisis in animal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Mycotoxins are toxic metabolites produced by fungi in grains. They cause production losses,</a:t>
            </a:r>
            <a:br/>
            <a:r>
              <a:t>animal health issues, and can enter the human food chain through meat, milk, and eggs.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8"/>
                </a:solidFill>
                <a:latin typeface="Consolas"/>
              </a:defRPr>
            </a:pPr>
            <a:r>
              <a:t>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CONTAMINATION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of global feed samples test positive for at least one mycotoxin above detection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46888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  <a:latin typeface="Consolas"/>
              </a:defRPr>
            </a:pPr>
            <a:r>
              <a:t>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MULTI-TOXIN PREVALENCE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of samples contain 3 or more mycotoxins simultaneously — compounding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468880"/>
            <a:ext cx="356616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onsolas"/>
              </a:defRPr>
            </a:pPr>
            <a:r>
              <a:t>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108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ABOVE RISK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exceed performance-based thresholds linked to measurable livestock productivity losses.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515600" cy="1828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TOP MYCOTOXINS BY GLOBAL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Deoxynivalenol — #1 global risk, above thresholds in 53% of analyses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FUM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Fumonisins — rising risk, especially in corn from S. America &amp;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ZEN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Zearalenone — affects reproduction in swine and dairy cattle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AFLA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Aflatoxins — carcinogenic, highest in tropical/humid storage regions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T-2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T-2/HT-2 toxins — immunosuppressive, elevated in Northern Europe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OTA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Ochratoxin A — nephrotoxic, found in cereals and coffee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Cargill 2025 Global Mycotoxin Report — 389,926 analyses across 41 countries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DEEP DIVE: FEED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Feed formulation is a constraint</a:t>
            </a:r>
            <a:br/>
            <a:r>
              <a:t>satisfaction nightmare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A single feed formulation must balance 15+ nutritional parameters, cost constraints,</a:t>
            </a:r>
            <a:br/>
            <a:r>
              <a:t>local ingredient availability, species-specific needs, climate conditions, and now —</a:t>
            </a:r>
            <a:br/>
            <a:r>
              <a:t>mycotoxin risk. Current tools are spreadsheet-era software with steep learning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$150M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FEED SOFTWARE MARKET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75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PROJECTED BY 2033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CAGR 2026-2033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82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53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53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COST REDUCTION (ADISSEO AI BENCHMARK)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515600" cy="25603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STAKEHOLDER PAIN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FEED NUTRITIONIST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Balances 15+ nutrients across species/stages.</a:t>
            </a:r>
            <a:br/>
            <a:r>
              <a:t>Uses legacy software (Bestmix, Format Solutions).</a:t>
            </a:r>
            <a:br/>
            <a:r>
              <a:t>Takes hours to iterate on a single formulation.</a:t>
            </a:r>
            <a:br/>
            <a:r>
              <a:t>Mycotoxin risk checked separately, if at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LIVESTOCK PRODUCER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Receives formulation as a spec sheet.</a:t>
            </a:r>
            <a:br/>
            <a:r>
              <a:t>No visibility into risk trade-offs.</a:t>
            </a:r>
            <a:br/>
            <a:r>
              <a:t>Discov mycotoxin issues only after animal losses.</a:t>
            </a:r>
            <a:br/>
            <a:r>
              <a:t>Needs simple answers, not spreadsheets.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PROCUREMENT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Sourcing decisions disconnected from risk data.</a:t>
            </a:r>
            <a:br/>
            <a:r>
              <a:t>Price-driven, ignoring contamination patterns.</a:t>
            </a:r>
            <a:br/>
            <a:r>
              <a:t>No tool showing 'corn from Region X = Y% risk.'</a:t>
            </a:r>
            <a:br/>
            <a:r>
              <a:t>Compliance burden increasing (EUDR, ESG).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Feed Formulation Software Market Report 2026, Adisseo AI platform launch (March 2026), Cargill VIV Asia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Cargill's AI tools vs. the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CARGILL'S EXISTING AI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CMAX / Port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Shipping logistics — 30x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334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Computer vision for protein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CattleView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Drone + AI cattle welfare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455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Agriness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455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Cloud platform for swine farm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Birdoo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015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3D camera for broiler weighing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Galleon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57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 for poultry gut microbiome nutrition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Ask Emma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13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Gen AI for product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9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Taste Tinker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696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Gen AI for food concept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92024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THE GAP — WHAT DOESN'T EXIST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unified risk + formulation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786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Mycotoxin data and feed formulation live in separate systems. Nutritionists check risk manually (if at all).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88950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natural language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Galleon and CNS require expert training. No conversational AI for formulation — still forms and spreadsheets.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0156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interactive mycotoxin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389K analyses published as a static PDF report. No drill-down, no alerts, no region-specific risk scoring.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9136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cost-risk trade-off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Procurement decides on price alone. No tool shows 'this corn saves $12 but adds 42% fumonisin risk.'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42569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knowledge capture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26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With 8,000 people leaving, decades of formulation expertise walks out the door. No AI to capture and scale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ABCD giants &amp; competitor AI initiatives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AI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FEED INTEL TOOL?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GAP FEEDIQ FILLS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23160"/>
            <a:ext cx="100584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Cargill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$154B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Strong (fragmented)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Galleon, CNS (expert-only)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Unified NL interface + risk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$85B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Full-stack feed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28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Bunge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328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$55B+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328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Low (infra-focused)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328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3284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AI-first approach to nutrition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12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Louis Dreyfus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7124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$50B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12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Low-Moderate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712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712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Risk-aware formulation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COFCO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096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$70B+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 public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Global mycotoxin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Adisseo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High (AI platform)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 feed optimizer (CN)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Multi-region risk overlay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66928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KEY BENCHMARK: Adisseo (March 2026) launched an AI feed optimizer for Chinese livestock — reported 12% cost reduction for major pig farms. This validates the market. FeedIQ differentiates with global mycotoxin risk integration (Adisseo doesn't have it).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Analysis by Puneet Arora  |  Sources: Industry reports, company filings, press releases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F0EC"/>
                </a:solidFill>
                <a:latin typeface="Segoe UI"/>
              </a:defRPr>
            </a:pPr>
            <a:r>
              <a:t>Cargill tests 390,000</a:t>
            </a:r>
            <a:br/>
            <a:r>
              <a:t>samples a year.</a:t>
            </a:r>
            <a:br/>
            <a:r>
              <a:t>The insight dies in a PDF.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51560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THE 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9C"/>
                </a:solidFill>
                <a:latin typeface="Segoe UI"/>
              </a:defRPr>
            </a:pPr>
            <a:r>
              <a:t>Cargill has the world's largest proprietary mycotoxin dataset (389,926 analyses, 41 countries).</a:t>
            </a:r>
            <a:br/>
            <a:r>
              <a:t>Livestock producers have the world's most expensive contamination problem ($1.5B testing market, unmeasured billions in production losses).</a:t>
            </a:r>
            <a:br/>
            <a:br/>
            <a:r>
              <a:t>But there is no interactive tool connecting Cargill's risk intelligence to feed formulation decisions.</a:t>
            </a:r>
            <a:br/>
            <a:r>
              <a:t>The data exists. The problem exists. The bridge does not.</a:t>
            </a:r>
            <a:br/>
            <a:br/>
            <a:r>
              <a:t>FeedIQ is that bridge.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Problem framed by Puneet Arora  |  Validated against Cargill Impact Report 2025, Global Mycotoxin Report 2025, industry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OPPORTUNITY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Two converging markets,</a:t>
            </a:r>
            <a:br/>
            <a:r>
              <a:t>one product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8"/>
                </a:solidFill>
                <a:latin typeface="Consolas"/>
              </a:defRPr>
            </a:pPr>
            <a:r>
              <a:t>$1.55B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TAM — MYCOTOXIN TESTING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Global mycotoxin testing market (2025), growing at 6.4% CAGR through 2034.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4A0FF"/>
                </a:solidFill>
                <a:latin typeface="Consolas"/>
              </a:defRPr>
            </a:pPr>
            <a:r>
              <a:t>$300M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43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SAM — FEED FORMULATION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Feed formulation software market by 2033, growing at 8.2% CAGR.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03120"/>
            <a:ext cx="356616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  <a:latin typeface="Consolas"/>
              </a:defRPr>
            </a:pPr>
            <a:r>
              <a:t>$50-80M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SOM — RISK-AWARE FORMULATION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Intersection: AI-powered feed tools with integrated mycotoxin risk. No incumbent.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515600" cy="22860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VALUE DRIVERS FOR CARGILL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Revenue: premium service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817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FeedIQ as a value-add for Cargill's animal nutrition customers — justify premium pricing on feed products by bundling risk intelligence.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80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Cost avoidance: reduce production losses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817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Mycotoxin-related losses cost the global livestock industry billions annually. Even a 5% reduction = massive ROI.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Retention: knowledge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With 8,000 employees leaving, FeedIQ captures formulation expertise in an AI system that doesn't retire.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94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Compliance: EUDR &amp; ESG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96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Demonstrate responsible sourcing with data-backed decisions. Shift the narrative from 'Cargill is failing on sustainability' to 'Cargill leads with data.'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KEY DESIGN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978"/>
                </a:solidFill>
                <a:latin typeface="Segoe UI"/>
              </a:defRPr>
            </a:pPr>
            <a:r>
              <a:t>"The best AI products don't</a:t>
            </a:r>
            <a:br/>
            <a:r>
              <a:t>add intelligence.</a:t>
            </a:r>
            <a:br/>
            <a:r>
              <a:t>They remove ignorance."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268"/>
                </a:solidFill>
                <a:latin typeface="Consolas"/>
              </a:defRPr>
            </a:pPr>
            <a:r>
              <a:t>— Design principle applied by Puneet Arora to FeedIQ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9601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Feed nutritionists aren't unintelligent — they're uninformed.</a:t>
            </a:r>
            <a:br/>
            <a:br/>
            <a:r>
              <a:t>They formulate feeds without knowing that the corn they specified carries 56% fumonisin risk this quarter. They optimize cost without seeing that the cheapest sourcing region has the highest contamination rate.</a:t>
            </a:r>
            <a:br/>
            <a:br/>
            <a:r>
              <a:t>FeedIQ doesn't replace the nutritionist's expertise. It removes the information gap that makes their expertise incomplete. Every formulation is now risk-aware by default — not because the user remembered to check, but because the system checked for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SOLUTION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FeedIQ: from data to decision</a:t>
            </a:r>
            <a:br/>
            <a:r>
              <a:t>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A unified AI platform that connects mycotoxin risk intelligence with feed formulation —</a:t>
            </a:r>
            <a:br/>
            <a:r>
              <a:t>making every feed decision safety-aware, cost-optimized, and explainable.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01 — RISK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Interactive mycotoxin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8 regions × 6 toxins, color-coded by severity. Real-time alerts for spikes. Multi-toxin prevalence gauges. Drill-down by commodity, region, season.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02 — AI FORMULATOR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Natural language feed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Describe needs in plain English: species, budget, constraints. AI generates optimized formulation with ingredient breakdown, nutrition profile, and cost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03 — TRADE-OFF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Cost-risk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Interactive sliders to explore budget vs. risk trade-offs. AI explains: 'Switching corn source adds $12/ton but reduces fumonisin risk from 56% to 8%.'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Product concept &amp; design by Puneet Arora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RISK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Global contamination heatmap</a:t>
            </a:r>
            <a:br/>
            <a:r>
              <a:t>with real-time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8580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CONTAMINATION HEATMAP — REGION × TOXIN (% ABOVE THRESHOLD)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AFLA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N. America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48%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1912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S. America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59359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W. Europe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6%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784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9959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C. Europe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52%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44%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784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7784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439826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SE Asia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8600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0896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56%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3192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5488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7784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7784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S. Asia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28600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8600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32%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10896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48%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3192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3192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488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7784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40080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" y="52029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Africa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28600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8600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10896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93192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5488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8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52%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7784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7784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" y="5605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Oceania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28600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8600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10896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0896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93192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93192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75488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5488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4%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57784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7784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6%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0080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5%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772400" y="2103120"/>
            <a:ext cx="34747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04672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ACTIVE ALERTS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955279" y="25603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38160" y="2606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DON spike — S. America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3816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53%+ threshold in corn/wheat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955279" y="32461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3816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FUM surge — SE Asia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38160" y="3502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+18% vs. prior year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955279" y="39319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138160" y="3977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Segoe UI"/>
              </a:defRPr>
            </a:pPr>
            <a:r>
              <a:t>Multi-toxin — C. Europe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13816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52% of samples have 3+ toxins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955279" y="46177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138160" y="4663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Low risk — Oceania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38160" y="4873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All categories below 15%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55279" y="5349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Segoe UI"/>
              </a:defRPr>
            </a:pPr>
            <a:r>
              <a:t>UX DECISION: Alerts are not notifications — they're actionable recommendations. Each alert links to a mitigation (swap source, add binder, adjust formulation).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Designed by Puneet Arora  |  Data: Cargill 2025 Global Mycotoxin Report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AI FORMULATOR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Conversational AI for feed</a:t>
            </a:r>
            <a:br/>
            <a:r>
              <a:t>formulation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4008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FEEDIQ AI FORMULATOR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606040"/>
            <a:ext cx="4572000" cy="640080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F0D"/>
                </a:solidFill>
                <a:latin typeface="Segoe UI"/>
              </a:defRPr>
            </a:pPr>
            <a:r>
              <a:t>Optimize a broiler feed for tropical climate,</a:t>
            </a:r>
            <a:br/>
            <a:r>
              <a:t>budget under $280/ton, minimize soy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383280"/>
            <a:ext cx="5029200" cy="2560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564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FEEDIQ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Analyzing: Broiler (grower), Tropical, &lt;$280/ton, Low soy</a:t>
            </a:r>
            <a:br/>
            <a:br/>
            <a:r>
              <a:t>Generated formulation at $268/ton — 4.3% under budget.</a:t>
            </a:r>
            <a:br/>
            <a:br/>
            <a:r>
              <a:t>Key decisions:</a:t>
            </a:r>
            <a:br/>
            <a:r>
              <a:t>• Replaced 30% of soy with rice bran + DDGS</a:t>
            </a:r>
            <a:br/>
            <a:r>
              <a:t>• Added palm oil for energy in heat stress</a:t>
            </a:r>
            <a:br/>
            <a:r>
              <a:t>• Flagged: SE Asian corn = 56% fumonisin risk</a:t>
            </a:r>
            <a:br/>
            <a:r>
              <a:t>• Included 0.5% mycotoxin binder as safety 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03120"/>
            <a:ext cx="39319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240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WHY CONVERSATIONAL?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5603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Mental model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614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Nutritionists think in constraints ('I need X for Y'), not spreadsheet cells. NL matches how they already describe problems.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2004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Onboarding: minutes, not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015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Legacy tools (Bestmix, Format) require training. FeedIQ works like asking a colleague.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8404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Knowledge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041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The AI embeds expert knowledge from 389K analyses. It scales what 8,000 departing employees knew.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805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Risk-aware by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81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Every response includes mycotoxin risk — users don't need to remember to check.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UX concept by Puneet Arora  |  Interaction design: conversational AI + constraint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TRADE-OFF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AI explains the why,</a:t>
            </a:r>
            <a:br/>
            <a:r>
              <a:t>not just the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AI trust comes from transparency. FeedIQ shows users exactly what changes when they</a:t>
            </a:r>
            <a:br/>
            <a:r>
              <a:t>adjust budget or risk tolerance — and explains the trade-off in plain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TRADE-OFF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CORN SOURCE 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SE Asian corn ($180/ton, 56% FUM risk)  →  Oceania corn ($192/ton, 8% FUM risk)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+$12/ton cost   |   -48% fumonisin risk   |   NET: saves $40-60/ton in production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SOY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24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Soybean meal (22%)  →  Rice bran + DDGS blend (15% soy, 10% rice, 5% DDGS)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-$18/ton cost   |   +12% DON from DDGS   |   Binder added to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BINDER ADDITION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 mycotoxin binder  →  0.5% bentonite clay blend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+$4/ton cost   |   -40% DON absorption   |   ROI: 10-15x in reduced mortality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65176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DESIGN PRINCIPLE: NO BLACK 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Most AI products fail not because they're wrong,</a:t>
            </a:r>
            <a:br/>
            <a:r>
              <a:t>but because users can't verify they're right.</a:t>
            </a:r>
            <a:br/>
            <a:br/>
            <a:r>
              <a:t>FeedIQ makes every decision inspectable:</a:t>
            </a:r>
            <a:br/>
            <a:br/>
            <a:r>
              <a:t>• Interactive sliders let users explore alternatives</a:t>
            </a:r>
            <a:br/>
            <a:r>
              <a:t>• Cost-risk bars show what changes with each decision</a:t>
            </a:r>
            <a:br/>
            <a:r>
              <a:t>• AI explains rationale in plain language</a:t>
            </a:r>
            <a:br/>
            <a:r>
              <a:t>• Ingredient-level risk breakdown (not just a score)</a:t>
            </a:r>
            <a:br/>
            <a:br/>
            <a:r>
              <a:t>This is 'safety by architecture' — the system</a:t>
            </a:r>
            <a:br/>
            <a:r>
              <a:t>is transparent because it was designed to be,</a:t>
            </a:r>
            <a:br/>
            <a:r>
              <a:t>not because we added an 'explain' button.</a:t>
            </a:r>
            <a:br/>
            <a:br/>
            <a:r>
              <a:t>Trust is the product. The formulation is the proof.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Inspired by 20 years of enterprise AI trust patterns at Dell, Boeing, 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UX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Three principles that shaped</a:t>
            </a:r>
            <a:br/>
            <a:r>
              <a:t>every FeedIQ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7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CONVERSATIONAL</a:t>
            </a:r>
            <a:br/>
            <a:r>
              <a:t>OVER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8"/>
                </a:solidFill>
                <a:latin typeface="Segoe UI"/>
              </a:defRPr>
            </a:pPr>
            <a:r>
              <a:t>Feed nutritionists think in constraints,</a:t>
            </a:r>
            <a:br/>
            <a:r>
              <a:t>not spreadsheet cells.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 natural language interface matches</a:t>
            </a:r>
            <a:br/>
            <a:r>
              <a:t>their mental model: 'I need X for Y</a:t>
            </a:r>
            <a:br/>
            <a:r>
              <a:t>conditions' — not 'fill row 47, col C.'</a:t>
            </a:r>
            <a:br/>
            <a:br/>
            <a:r>
              <a:t>Reduces onboarding from days to minutes.</a:t>
            </a:r>
            <a:br/>
            <a:r>
              <a:t>Captures expert knowledge in every query.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4A0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RISK-AWARE</a:t>
            </a:r>
            <a:br/>
            <a:r>
              <a:t>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4A0FF"/>
                </a:solidFill>
                <a:latin typeface="Segoe UI"/>
              </a:defRPr>
            </a:pPr>
            <a:r>
              <a:t>Every formulation automatically</a:t>
            </a:r>
            <a:br/>
            <a:r>
              <a:t>checks mycotoxin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This isn't a separate workflow — it's</a:t>
            </a:r>
            <a:br/>
            <a:r>
              <a:t>embedded. Users don't need to remember</a:t>
            </a:r>
            <a:br/>
            <a:r>
              <a:t>to check; the system checks for them.</a:t>
            </a:r>
            <a:br/>
            <a:br/>
            <a:r>
              <a:t>'Safety by architecture' — the most</a:t>
            </a:r>
            <a:br/>
            <a:r>
              <a:t>reliable safety net is the one that</a:t>
            </a:r>
            <a:br/>
            <a:r>
              <a:t>requires zero user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TRADE-OFF</a:t>
            </a:r>
            <a:br/>
            <a:r>
              <a:t>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Segoe UI"/>
              </a:defRPr>
            </a:pPr>
            <a:r>
              <a:t>AI systems fail when they're</a:t>
            </a:r>
            <a:br/>
            <a:r>
              <a:t>black boxes.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FeedIQ shows the WHY — cost-risk</a:t>
            </a:r>
            <a:br/>
            <a:r>
              <a:t>sliders let users explore alternatives,</a:t>
            </a:r>
            <a:br/>
            <a:r>
              <a:t>see what changes, and build trust.</a:t>
            </a:r>
            <a:br/>
            <a:br/>
            <a:r>
              <a:t>Inspired by Cargill's own 'explain</a:t>
            </a:r>
            <a:br/>
            <a:r>
              <a:t>the trade-off' philosophy. Trust is</a:t>
            </a:r>
            <a:br/>
            <a:r>
              <a:t>earned through transparency, not claims.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Design principles by Puneet Arora  |  Informed by Dell GenAI VA (4.4% → 80% engagement)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User flow: question to optimized feed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8"/>
                </a:solidFill>
                <a:latin typeface="Consola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User describes need in</a:t>
            </a:r>
            <a:br/>
            <a:r>
              <a:t>natural language</a:t>
            </a:r>
            <a:br/>
            <a:br/>
            <a:r>
              <a:t>'Broiler feed, tropical,</a:t>
            </a:r>
            <a:br/>
            <a:r>
              <a:t>$280/ton, low soy'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4A0FF"/>
                </a:solidFill>
                <a:latin typeface="Consolas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LLM extracts:</a:t>
            </a:r>
            <a:br/>
            <a:r>
              <a:t>• Species + stage</a:t>
            </a:r>
            <a:br/>
            <a:r>
              <a:t>• Climate zone</a:t>
            </a:r>
            <a:br/>
            <a:r>
              <a:t>• Budget constraint</a:t>
            </a:r>
            <a:br/>
            <a:r>
              <a:t>• Ingredient preferences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onsolas"/>
              </a:defRPr>
            </a:pPr>
            <a: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Constraint solver:</a:t>
            </a:r>
            <a:br/>
            <a:r>
              <a:t>• 15+ nutritional params</a:t>
            </a:r>
            <a:br/>
            <a:r>
              <a:t>• Cost minimization</a:t>
            </a:r>
            <a:br/>
            <a:r>
              <a:t>• Local ingredient DB</a:t>
            </a:r>
            <a:br/>
            <a:r>
              <a:t>• Availability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onsolas"/>
              </a:defRPr>
            </a:pPr>
            <a:r>
              <a:t>RISK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Mycotoxin overlay:</a:t>
            </a:r>
            <a:br/>
            <a:r>
              <a:t>• Region × toxin scoring</a:t>
            </a:r>
            <a:br/>
            <a:r>
              <a:t>• Multi-toxin compound risk</a:t>
            </a:r>
            <a:br/>
            <a:r>
              <a:t>• Threshold comparison</a:t>
            </a:r>
            <a:br/>
            <a:r>
              <a:t>• Auto-swap if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8"/>
                </a:solidFill>
                <a:latin typeface="Consolas"/>
              </a:defRPr>
            </a:pPr>
            <a:r>
              <a:t>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Formulation output:</a:t>
            </a:r>
            <a:br/>
            <a:r>
              <a:t>• Ingredient breakdown</a:t>
            </a:r>
            <a:br/>
            <a:r>
              <a:t>• Donut + table viz</a:t>
            </a:r>
            <a:br/>
            <a:r>
              <a:t>• Nutrition profile</a:t>
            </a:r>
            <a:br/>
            <a:r>
              <a:t>• Risk gauge per item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4A0FF"/>
                </a:solidFill>
                <a:latin typeface="Consolas"/>
              </a:defRPr>
            </a:pPr>
            <a:r>
              <a:t>ITERATE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Trade-off sliders:</a:t>
            </a:r>
            <a:br/>
            <a:r>
              <a:t>• Budget ↔ Risk</a:t>
            </a:r>
            <a:br/>
            <a:r>
              <a:t>• AI recommendations</a:t>
            </a:r>
            <a:br/>
            <a:r>
              <a:t>• Source alternatives</a:t>
            </a:r>
            <a:br/>
            <a:r>
              <a:t>• Export spec sheet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4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9496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86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TECH STACK: Static HTML/CSS/JS prototype (no build step) → Production: Next.js + Claude API + Linear programming solver + Cargill mycotoxin DB integration + Supabase for supplier/formulation data. Designed for progressive enhancement — prototype demonstrates full UX with mock data, production adds real-time data feeds.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Architecture by Puneet Arora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WORKING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Live prototype: try it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LIVE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https://puneetindeelhi940.github.io/portfolio/feediq.html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Interactive prototype — click any prompt chip to see AI formulation with mycotoxin risk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WHAT'S IN THE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Global contamination heatmap (8 regions × 6 toxins)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99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Active risk alerts with severity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79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Multi-toxin prevalence gauges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988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Conversational AI formulator (4 scenarios)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183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Ingredient donut chart + cost breakdown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Nutrition profile with target range bars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572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Per-ingredient mycotoxin risk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76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Cost-risk trade-off sliders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AI-generated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1558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Design rationale section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383280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4 DEMO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40480"/>
            <a:ext cx="4937760" cy="5486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Segoe UI"/>
              </a:defRPr>
            </a:pPr>
            <a:r>
              <a:t>Broiler — Tropical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096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$268/ton, 52% corn, SE Asian FUM risk flagged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462272"/>
            <a:ext cx="4937760" cy="5486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Segoe UI"/>
              </a:defRPr>
            </a:pPr>
            <a:r>
              <a:t>Layer Hen — Low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7183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$295/ton, Oceania corn sourcing, ZEN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5084064"/>
            <a:ext cx="4937760" cy="5486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129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Segoe UI"/>
              </a:defRPr>
            </a:pPr>
            <a:r>
              <a:t>Dairy TMR — N. Europe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400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$312/ton, silage-based, DON+ZEN warnings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705856"/>
            <a:ext cx="4937760" cy="5486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7515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Segoe UI"/>
              </a:defRPr>
            </a:pPr>
            <a:r>
              <a:t>Swine — S. American Corn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9618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$255/ton, multi-toxin HIGH alert, binder added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Prototype designed &amp; built by Puneet Arora  |  Vibe-coded in &lt; 1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METRICS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How we measure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Time to first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&lt;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Bestmix avg setup = 4-6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Weekly active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60% of nutritionists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30% for legacy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Prompt-to-formulation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85%+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55% form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Formulation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95% within NRC ranges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expert nutritionist = 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Risk detection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100% HIGH risk flagged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manual checking = ~60%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User trust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8+/10 on trust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avg AI tool = 5.2/10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BUSINESS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Feed cost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8-12%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Adisseo = 12% for pig farms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Mycotoxin-related losses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30%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binder alone = 15-20%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Knowledge 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capture 90% of SOPs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0% digital capture 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Benchmarks sourced from: Adisseo AI platform (2026), Cargill VIV Asia 2025 reports, industry averages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Metrics framework by Puneet Arora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Three phases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0 –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Prove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 ✓  Interactive prototype (DONE)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 ✓  4 species scenario demos (DONE)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User testing with 5-10 nutritionists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Validate formulation accuracy vs.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Cargill internal stakeholder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Refine AI prompts and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3 – 9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Connect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Integrate Cargill mycotoxin database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Connect to regional ingredient pricing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Claude/GPT API for live formulation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Expand to 12+ species/production 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Pilot with 2-3 Cargill animal nutrition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A/B test conversational vs. form-based 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9 – 18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Scale &amp; monetize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Production deployment across Cargill AN 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Multi-language support (6+ languages)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Mobile companion app for field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Premium tier with predictive risk forecasting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Integration with Cargill's CNS &amp; Galleon platforms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White-label for Cargill's B2B 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Roadmap by Puneet Arora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Similar AI tools validate</a:t>
            </a:r>
            <a:br/>
            <a:r>
              <a:t>the FeedIQ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Adisseo AI Feed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8"/>
                </a:solidFill>
                <a:latin typeface="Consolas"/>
              </a:defRPr>
            </a:pPr>
            <a:r>
              <a:t>12% cost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AI-driven formulation for Chinese pig farms. Validates that AI feed optimization delivers measurable savings. FeedIQ adds: global mycotoxin risk overlay.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Cargill Port Optimizer (CMAX)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4A0FF"/>
                </a:solidFill>
                <a:latin typeface="Consolas"/>
              </a:defRPr>
            </a:pPr>
            <a:r>
              <a:t>30x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00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Cargill's own AI for shipping logistics. Proves Cargill can operationalize AI. FeedIQ extends this to the feed formulation domain.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Cargill Manufacturing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98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$15M+ in 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AI-driven process optimization across manufacturing. Demonstrates data-to-action value. FeedIQ applies the same principle to feed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766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Dell GenAI Virtual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4.4% → 80%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394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Puneet Arora's prior work at Dell — transformed a low-engagement chatbot into an 80% engagement, +14% conversion AI tool. Same design principles applied to FeedIQ.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PATTERN: AI tools that connect domain data to user decisions consistently deliver 10-30x ROI.</a:t>
            </a:r>
            <a:br/>
            <a:r>
              <a:t>FeedIQ applies this proven pattern to a $1.5B market with zero existing interactive tools.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Research &amp; analysis by Puneet Arora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SOLUTION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What makes FeedIQ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8"/>
                </a:solidFill>
                <a:latin typeface="Segoe UI"/>
              </a:defRPr>
            </a:pPr>
            <a:r>
              <a:t>FIRST: Risk + Formulation unified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No existing tool combines mycotoxin risk intelligence with feed formulation in a single interface. Nutritionists currently use separate systems (or skip risk checks entirely). FeedIQ makes risk-awareness the default, not an optional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4A0FF"/>
                </a:solidFill>
                <a:latin typeface="Segoe UI"/>
              </a:defRPr>
            </a:pPr>
            <a:r>
              <a:t>FIRST: Natural language feed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Every competitor (Bestmix, Format Solutions, Adifo) uses form-based UIs requiring expert training. FeedIQ is the first to apply conversational AI — describe what you need, get an optimized recipe. Onboarding drops from days to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Segoe UI"/>
              </a:defRPr>
            </a:pPr>
            <a:r>
              <a:t>FIRST: Ingredient-level mycotoxin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Existing tools give aggregate risk scores. FeedIQ scores each ingredient individually against its sourcing region, showing exactly which component carries the risk and what alternatives exist. Precision beats averages.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FIRST: Cost-risk trade-off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No tool currently shows 'if you spend $12 more per ton, you reduce fumonisin risk by 48%.' FeedIQ makes invisible trade-offs visible — enabling data-driven sourcing decisions instead of price-only procurement.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Product strategy by Puneet Arora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F0EC"/>
                </a:solidFill>
                <a:latin typeface="Segoe UI"/>
              </a:defRPr>
            </a:pPr>
            <a:r>
              <a:t>From data to decision.</a:t>
            </a:r>
            <a:br/>
            <a:r>
              <a:t>From risk to action.</a:t>
            </a:r>
            <a:br/>
            <a:r>
              <a:t>From complexity to clarity.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9C"/>
                </a:solidFill>
                <a:latin typeface="Segoe UI"/>
              </a:defRPr>
            </a:pPr>
            <a:r>
              <a:t>FeedIQ — a product concept demonstrating how AI and thoughtful UX</a:t>
            </a:r>
            <a:br/>
            <a:r>
              <a:t>can transform Cargill's most valuable data asset into a competitive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5156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PUNEET ARORA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Principal Product Designer &amp; AI Design Leader</a:t>
            </a:r>
            <a:br/>
            <a:r>
              <a:t>20 years  |  Dell · Boeing · Software AG · HP R&amp;D</a:t>
            </a:r>
            <a:br/>
            <a:br/>
            <a:r>
              <a:t>Led Dell's first GenAI Virtual Assistant (4.4% → 80% engagement)</a:t>
            </a:r>
            <a:br/>
            <a:r>
              <a:t>33 designers across 5 time zones  |  8 patents granted</a:t>
            </a:r>
            <a:br/>
            <a:r>
              <a:t>President &amp; Game Changer Awards at Dell —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389120"/>
            <a:ext cx="457200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526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LINKS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8463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Live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puneetindeelhi940.github.io/portfolio/feediq.html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02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1023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puneetindeelhi940.github.io/portfolio/home.html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583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3583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puneet.ar@gmail.com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Built with vibe coding  |  Double Diamond framework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